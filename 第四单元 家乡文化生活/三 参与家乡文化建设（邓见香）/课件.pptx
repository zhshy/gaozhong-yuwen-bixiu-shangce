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家乡文化生活_三 参与家乡文化建设_邓见香_p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