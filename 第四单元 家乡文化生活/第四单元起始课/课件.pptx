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第四单元起始课_邓荟予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