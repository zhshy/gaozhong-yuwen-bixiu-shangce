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jp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jp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jp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jp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jp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jp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jp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jp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jp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古诗词诵读_涉江采芙蓉_陈恺欣_p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古诗词诵读_涉江采芙蓉_陈恺欣_p0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古诗词诵读_涉江采芙蓉_陈恺欣_p0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古诗词诵读_涉江采芙蓉_陈恺欣_p0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古诗词诵读_涉江采芙蓉_陈恺欣_p0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古诗词诵读_涉江采芙蓉_陈恺欣_p0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古诗词诵读_涉江采芙蓉_陈恺欣_p0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古诗词诵读_涉江采芙蓉_陈恺欣_p0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古诗词诵读_涉江采芙蓉_陈恺欣_p0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古诗词诵读_涉江采芙蓉_陈恺欣_p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古诗词诵读_涉江采芙蓉_陈恺欣_p1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古诗词诵读_涉江采芙蓉_陈恺欣_p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古诗词诵读_涉江采芙蓉_陈恺欣_p1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古诗词诵读_涉江采芙蓉_陈恺欣_p1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古诗词诵读_涉江采芙蓉_陈恺欣_p1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古诗词诵读_涉江采芙蓉_陈恺欣_p1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古诗词诵读_涉江采芙蓉_陈恺欣_p1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古诗词诵读_涉江采芙蓉_陈恺欣_p1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古诗词诵读_涉江采芙蓉_陈恺欣_p1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古诗词诵读_涉江采芙蓉_陈恺欣_p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古诗词诵读_涉江采芙蓉_陈恺欣_p2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古诗词诵读_涉江采芙蓉_陈恺欣_p2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古诗词诵读_涉江采芙蓉_陈恺欣_p2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古诗词诵读_涉江采芙蓉_陈恺欣_p2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古诗词诵读_涉江采芙蓉_陈恺欣_p2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古诗词诵读_涉江采芙蓉_陈恺欣_p2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古诗词诵读_涉江采芙蓉_陈恺欣_p2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古诗词诵读_涉江采芙蓉_陈恺欣_p2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古诗词诵读_涉江采芙蓉_陈恺欣_p2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古诗词诵读_涉江采芙蓉_陈恺欣_p3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古诗词诵读_涉江采芙蓉_陈恺欣_p3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古诗词诵读_涉江采芙蓉_陈恺欣_p3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古诗词诵读_涉江采芙蓉_陈恺欣_p3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古诗词诵读_涉江采芙蓉_陈恺欣_p3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古诗词诵读_涉江采芙蓉_陈恺欣_p3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古诗词诵读_涉江采芙蓉_陈恺欣_p3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古诗词诵读_涉江采芙蓉_陈恺欣_p3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