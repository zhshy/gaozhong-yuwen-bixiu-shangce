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八单元 词语积累与词语解释_做一只语林啄木鸟——学写词语积累、梳理、辨析的札记_赵孟瀚_p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八单元 词语积累与词语解释_做一只语林啄木鸟——学写词语积累、梳理、辨析的札记_赵孟瀚_p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八单元 词语积累与词语解释_做一只语林啄木鸟——学写词语积累、梳理、辨析的札记_赵孟瀚_p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八单元 词语积累与词语解释_做一只语林啄木鸟——学写词语积累、梳理、辨析的札记_赵孟瀚_p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八单元 词语积累与词语解释_做一只语林啄木鸟——学写词语积累、梳理、辨析的札记_赵孟瀚_p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八单元 词语积累与词语解释_做一只语林啄木鸟——学写词语积累、梳理、辨析的札记_赵孟瀚_p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八单元 词语积累与词语解释_做一只语林啄木鸟——学写词语积累、梳理、辨析的札记_赵孟瀚_p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八单元 词语积累与词语解释_做一只语林啄木鸟——学写词语积累、梳理、辨析的札记_赵孟瀚_p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八单元 词语积累与词语解释_做一只语林啄木鸟——学写词语积累、梳理、辨析的札记_赵孟瀚_p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八单元 词语积累与词语解释_做一只语林啄木鸟——学写词语积累、梳理、辨析的札记_赵孟瀚_p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八单元 词语积累与词语解释_做一只语林啄木鸟——学写词语积累、梳理、辨析的札记_赵孟瀚_p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八单元 词语积累与词语解释_做一只语林啄木鸟——学写词语积累、梳理、辨析的札记_赵孟瀚_p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八单元 词语积累与词语解释_做一只语林啄木鸟——学写词语积累、梳理、辨析的札记_赵孟瀚_p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八单元 词语积累与词语解释_做一只语林啄木鸟——学写词语积累、梳理、辨析的札记_赵孟瀚_p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八单元 词语积累与词语解释_做一只语林啄木鸟——学写词语积累、梳理、辨析的札记_赵孟瀚_p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八单元 词语积累与词语解释_做一只语林啄木鸟——学写词语积累、梳理、辨析的札记_赵孟瀚_p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八单元 词语积累与词语解释_做一只语林啄木鸟——学写词语积累、梳理、辨析的札记_赵孟瀚_p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八单元 词语积累与词语解释_做一只语林啄木鸟——学写词语积累、梳理、辨析的札记_赵孟瀚_p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八单元 词语积累与词语解释_做一只语林啄木鸟——学写词语积累、梳理、辨析的札记_赵孟瀚_p1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八单元 词语积累与词语解释_做一只语林啄木鸟——学写词语积累、梳理、辨析的札记_赵孟瀚_p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八单元 词语积累与词语解释_做一只语林啄木鸟——学写词语积累、梳理、辨析的札记_赵孟瀚_p2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八单元 词语积累与词语解释_做一只语林啄木鸟——学写词语积累、梳理、辨析的札记_赵孟瀚_p2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八单元 词语积累与词语解释_做一只语林啄木鸟——学写词语积累、梳理、辨析的札记_赵孟瀚_p2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