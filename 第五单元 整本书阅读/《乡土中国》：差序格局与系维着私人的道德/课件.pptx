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差序格局与系维着私人的道德_刘建钰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