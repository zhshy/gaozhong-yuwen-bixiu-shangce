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单元写作课——“学习之道”主题征文_史建筑_p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单元写作课——“学习之道”主题征文_史建筑_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单元写作课——“学习之道”主题征文_史建筑_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单元写作课——“学习之道”主题征文_史建筑_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单元写作课——“学习之道”主题征文_史建筑_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单元写作课——“学习之道”主题征文_史建筑_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单元写作课——“学习之道”主题征文_史建筑_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单元写作课——“学习之道”主题征文_史建筑_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单元写作课——“学习之道”主题征文_史建筑_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单元写作课——“学习之道”主题征文_史建筑_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单元写作课——“学习之道”主题征文_史建筑_p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单元写作课——“学习之道”主题征文_史建筑_p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单元写作课——“学习之道”主题征文_史建筑_p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单元写作课——“学习之道”主题征文_史建筑_p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单元写作课——“学习之道”主题征文_史建筑_p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