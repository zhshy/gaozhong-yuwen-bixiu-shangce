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jp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jp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jp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jp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jp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jp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jp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jp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jp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jp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jp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5.jp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6.jp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7.jp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8.jp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9.jp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0.jp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第一单元_《百合花》《哦，香雪》联读（第一课时）——青春中国的时代印记_杨海威_p01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第一单元_《百合花》《哦，香雪》联读（第一课时）——青春中国的时代印记_杨海威_p02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第一单元_《百合花》《哦，香雪》联读（第一课时）——青春中国的时代印记_杨海威_p03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第一单元_《百合花》《哦，香雪》联读（第一课时）——青春中国的时代印记_杨海威_p04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第一单元_《百合花》《哦，香雪》联读（第一课时）——青春中国的时代印记_杨海威_p05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第一单元_《百合花》《哦，香雪》联读（第一课时）——青春中国的时代印记_杨海威_p06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第一单元_《百合花》《哦，香雪》联读（第一课时）——青春中国的时代印记_杨海威_p07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第一单元_《百合花》《哦，香雪》联读（第一课时）——青春中国的时代印记_杨海威_p0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第一单元_《百合花》《哦，香雪》联读（第一课时）——青春中国的时代印记_杨海威_p09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第一单元_《百合花》《哦，香雪》联读（第一课时）——青春中国的时代印记_杨海威_p10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第一单元_《百合花》《哦，香雪》联读（第一课时）——青春中国的时代印记_杨海威_p11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第一单元_《百合花》《哦，香雪》联读（第一课时）——青春中国的时代印记_杨海威_p12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第一单元_《百合花》《哦，香雪》联读（第一课时）——青春中国的时代印记_杨海威_p13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第一单元_《百合花》《哦，香雪》联读（第一课时）——青春中国的时代印记_杨海威_p14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第一单元_《百合花》《哦，香雪》联读（第一课时）——青春中国的时代印记_杨海威_p15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第一单元_《百合花》《哦，香雪》联读（第一课时）——青春中国的时代印记_杨海威_p16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第一单元_《百合花》《哦，香雪》联读（第一课时）——青春中国的时代印记_杨海威_p17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第一单元_《百合花》《哦，香雪》联读（第一课时）——青春中国的时代印记_杨海威_p1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第一单元_《百合花》《哦，香雪》联读（第一课时）——青春中国的时代印记_杨海威_p19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第一单元_《百合花》《哦，香雪》联读（第一课时）——青春中国的时代印记_杨海威_p20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