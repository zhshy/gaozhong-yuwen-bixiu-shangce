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二课时）——青春中国的时代印记_杨海威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