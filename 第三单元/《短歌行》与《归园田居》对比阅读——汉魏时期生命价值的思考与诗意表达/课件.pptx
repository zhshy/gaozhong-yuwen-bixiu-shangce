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短歌行》与《归园田居》对比阅读——汉魏时期生命价值的思考与诗意表达_王华蓓_p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短歌行》与《归园田居》对比阅读——汉魏时期生命价值的思考与诗意表达_王华蓓_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短歌行》与《归园田居》对比阅读——汉魏时期生命价值的思考与诗意表达_王华蓓_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短歌行》与《归园田居》对比阅读——汉魏时期生命价值的思考与诗意表达_王华蓓_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短歌行》与《归园田居》对比阅读——汉魏时期生命价值的思考与诗意表达_王华蓓_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短歌行》与《归园田居》对比阅读——汉魏时期生命价值的思考与诗意表达_王华蓓_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短歌行》与《归园田居》对比阅读——汉魏时期生命价值的思考与诗意表达_王华蓓_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短歌行》与《归园田居》对比阅读——汉魏时期生命价值的思考与诗意表达_王华蓓_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短歌行》与《归园田居》对比阅读——汉魏时期生命价值的思考与诗意表达_王华蓓_p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短歌行》与《归园田居》对比阅读——汉魏时期生命价值的思考与诗意表达_王华蓓_p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短歌行》与《归园田居》对比阅读——汉魏时期生命价值的思考与诗意表达_王华蓓_p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短歌行》与《归园田居》对比阅读——汉魏时期生命价值的思考与诗意表达_王华蓓_p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短歌行》与《归园田居》对比阅读——汉魏时期生命价值的思考与诗意表达_王华蓓_p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短歌行》与《归园田居》对比阅读——汉魏时期生命价值的思考与诗意表达_王华蓓_p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短歌行》与《归园田居》对比阅读——汉魏时期生命价值的思考与诗意表达_王华蓓_p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短歌行》与《归园田居》对比阅读——汉魏时期生命价值的思考与诗意表达_王华蓓_p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短歌行》与《归园田居》对比阅读——汉魏时期生命价值的思考与诗意表达_王华蓓_p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短歌行》与《归园田居》对比阅读——汉魏时期生命价值的思考与诗意表达_王华蓓_p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短歌行》与《归园田居》对比阅读——汉魏时期生命价值的思考与诗意表达_王华蓓_p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短歌行》与《归园田居》对比阅读——汉魏时期生命价值的思考与诗意表达_王华蓓_p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短歌行》与《归园田居》对比阅读——汉魏时期生命价值的思考与诗意表达_王华蓓_p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短歌行》与《归园田居》对比阅读——汉魏时期生命价值的思考与诗意表达_王华蓓_p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短歌行》与《归园田居》对比阅读——汉魏时期生命价值的思考与诗意表达_王华蓓_p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短歌行》与《归园田居》对比阅读——汉魏时期生命价值的思考与诗意表达_王华蓓_p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